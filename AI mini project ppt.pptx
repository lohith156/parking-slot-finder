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4" r:id="rId5"/>
    <p:sldId id="258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05-Nov-25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05-Nov-25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05-Nov-25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2" Type="http://schemas.openxmlformats.org/officeDocument/2006/relationships/hyperlink" Target="https://www.geeksforgeeks.org/breadth-first-search-or-bfs-for-a-grap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" TargetMode="External"/><Relationship Id="rId5" Type="http://schemas.openxmlformats.org/officeDocument/2006/relationships/hyperlink" Target="https://www.tutorialspoint.com/python/" TargetMode="External"/><Relationship Id="rId4" Type="http://schemas.openxmlformats.org/officeDocument/2006/relationships/hyperlink" Target="https://realpytho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ARITIFICIAL INTELLIGENCE AND DATA SCIENCE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Parking Slot Finder Application Using BFS Algorithm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12676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xmlns="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xmlns="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2117240070169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LOHITH.R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 smtClean="0"/>
                        <a:t>Ms.</a:t>
                      </a:r>
                      <a:r>
                        <a:rPr lang="en-GB" b="1" baseline="0" dirty="0" smtClean="0"/>
                        <a:t> </a:t>
                      </a:r>
                      <a:r>
                        <a:rPr lang="en-GB" b="1" baseline="0" dirty="0" err="1" smtClean="0"/>
                        <a:t>Phebe</a:t>
                      </a:r>
                      <a:r>
                        <a:rPr lang="en-GB" b="1" baseline="0" dirty="0" smtClean="0"/>
                        <a:t> </a:t>
                      </a:r>
                      <a:r>
                        <a:rPr lang="en-GB" b="1" baseline="0" dirty="0" err="1" smtClean="0"/>
                        <a:t>Persis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xmlns="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05-Nov-25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 smtClean="0"/>
              <a:t>PROBLEM STATEMENT: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This </a:t>
            </a:r>
            <a:r>
              <a:rPr lang="en-IN" dirty="0"/>
              <a:t>project models a parking lot as a 2D grid, where each cell represents a parking space. The AI agent must navigate from the </a:t>
            </a:r>
            <a:r>
              <a:rPr lang="en-IN" b="1" dirty="0"/>
              <a:t>entry point 'I'</a:t>
            </a:r>
            <a:r>
              <a:rPr lang="en-IN" dirty="0"/>
              <a:t> to the </a:t>
            </a:r>
            <a:r>
              <a:rPr lang="en-IN" b="1" dirty="0"/>
              <a:t>nearest empty slot 'E'</a:t>
            </a:r>
            <a:r>
              <a:rPr lang="en-IN" dirty="0"/>
              <a:t> using BFS.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Expected Results:</a:t>
            </a:r>
            <a:endParaRPr lang="en-IN" dirty="0"/>
          </a:p>
          <a:p>
            <a:pPr lvl="1"/>
            <a:r>
              <a:rPr lang="en-IN" dirty="0"/>
              <a:t>BFS identifies the shortest and most efficient path to an empty slot.</a:t>
            </a:r>
          </a:p>
          <a:p>
            <a:pPr lvl="1"/>
            <a:r>
              <a:rPr lang="en-IN" dirty="0"/>
              <a:t>The system marks the slot as occupied once parked.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Future Possibilities:</a:t>
            </a:r>
            <a:endParaRPr lang="en-IN" dirty="0"/>
          </a:p>
          <a:p>
            <a:pPr lvl="1"/>
            <a:r>
              <a:rPr lang="en-IN" dirty="0"/>
              <a:t>Add multiple entry points and dynamic slot updates.</a:t>
            </a:r>
          </a:p>
          <a:p>
            <a:pPr lvl="1"/>
            <a:r>
              <a:rPr lang="en-IN" dirty="0"/>
              <a:t>Extend with A* Search or integrate a graphical interface using </a:t>
            </a:r>
            <a:r>
              <a:rPr lang="en-IN" dirty="0" err="1"/>
              <a:t>Tkinter</a:t>
            </a:r>
            <a:r>
              <a:rPr lang="en-IN" dirty="0"/>
              <a:t> or </a:t>
            </a:r>
            <a:r>
              <a:rPr lang="en-IN" dirty="0" err="1"/>
              <a:t>Pygame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Include real-time sensors and IoT integration for live parking data.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Depth-First Search (DFS):</a:t>
            </a:r>
            <a:endParaRPr lang="en-IN" dirty="0"/>
          </a:p>
          <a:p>
            <a:r>
              <a:rPr lang="en-IN" dirty="0"/>
              <a:t>Explores deep paths first.</a:t>
            </a:r>
          </a:p>
          <a:p>
            <a:r>
              <a:rPr lang="en-IN" dirty="0"/>
              <a:t>May not find the shortest path in a grid.</a:t>
            </a:r>
          </a:p>
          <a:p>
            <a:pPr marL="0" indent="0">
              <a:buNone/>
            </a:pPr>
            <a:r>
              <a:rPr lang="en-IN" b="1" dirty="0"/>
              <a:t>Breadth-First Search (BFS):</a:t>
            </a:r>
            <a:endParaRPr lang="en-IN" dirty="0"/>
          </a:p>
          <a:p>
            <a:pPr lvl="0"/>
            <a:r>
              <a:rPr lang="en-IN" dirty="0"/>
              <a:t>Explores level by level.</a:t>
            </a:r>
          </a:p>
          <a:p>
            <a:pPr lvl="0"/>
            <a:r>
              <a:rPr lang="en-IN" dirty="0"/>
              <a:t>Guarantees the shortest path in unweighted grids.</a:t>
            </a:r>
          </a:p>
          <a:p>
            <a:r>
              <a:rPr lang="en-IN" i="1" dirty="0"/>
              <a:t>Dijkstra / A Search:</a:t>
            </a:r>
            <a:r>
              <a:rPr lang="en-IN" dirty="0"/>
              <a:t>*</a:t>
            </a:r>
          </a:p>
          <a:p>
            <a:pPr lvl="0"/>
            <a:r>
              <a:rPr lang="en-IN" dirty="0"/>
              <a:t>Designed for weighted graphs.</a:t>
            </a:r>
          </a:p>
          <a:p>
            <a:pPr lvl="0"/>
            <a:r>
              <a:rPr lang="en-IN" dirty="0"/>
              <a:t>Not required for this project since all moves are equal.</a:t>
            </a:r>
          </a:p>
          <a:p>
            <a:pPr marL="0" indent="0">
              <a:buNone/>
            </a:pPr>
            <a:r>
              <a:rPr lang="en-IN" b="1" dirty="0"/>
              <a:t>Justification for Choosing BFS:</a:t>
            </a:r>
            <a:endParaRPr lang="en-IN" dirty="0"/>
          </a:p>
          <a:p>
            <a:pPr lvl="0"/>
            <a:r>
              <a:rPr lang="en-IN" dirty="0"/>
              <a:t>The parking lot is </a:t>
            </a:r>
            <a:r>
              <a:rPr lang="en-IN" dirty="0" err="1"/>
              <a:t>modeled</a:t>
            </a:r>
            <a:r>
              <a:rPr lang="en-IN" dirty="0"/>
              <a:t> as an </a:t>
            </a:r>
            <a:r>
              <a:rPr lang="en-IN" b="1" dirty="0"/>
              <a:t>unweighted grid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BFS ensures the </a:t>
            </a:r>
            <a:r>
              <a:rPr lang="en-IN" b="1" dirty="0"/>
              <a:t>shortest path</a:t>
            </a:r>
            <a:r>
              <a:rPr lang="en-IN" dirty="0"/>
              <a:t> to the nearest empty slot.</a:t>
            </a:r>
          </a:p>
          <a:p>
            <a:pPr lvl="0"/>
            <a:r>
              <a:rPr lang="en-IN" dirty="0"/>
              <a:t>DFS may explore unnecessary paths or miss optimal solutions.</a:t>
            </a:r>
          </a:p>
          <a:p>
            <a:pPr lvl="0"/>
            <a:r>
              <a:rPr lang="en-IN" dirty="0"/>
              <a:t>Weighted algorithms are unnecessary for equal-cost movements.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B03077-CBE2-EF1C-4A13-BF3C1221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40F429-3FB9-5FF2-C185-E7732B3DD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26A7360-B78F-30BB-51FE-76501BAA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ADD15D1-83AE-83A2-FF34-E2C3770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90445E3E-0331-8C63-0FBA-16F49206D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884903"/>
            <a:ext cx="10960510" cy="562405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System Overview</a:t>
            </a:r>
          </a:p>
          <a:p>
            <a:pPr marL="0" indent="0">
              <a:buNone/>
            </a:pPr>
            <a:r>
              <a:rPr lang="en-IN" dirty="0"/>
              <a:t>The project simulates a </a:t>
            </a:r>
            <a:r>
              <a:rPr lang="en-IN" b="1" dirty="0"/>
              <a:t>Smart Parking Management System</a:t>
            </a:r>
            <a:r>
              <a:rPr lang="en-IN" dirty="0"/>
              <a:t> that identifies the nearest available parking slot from an entrance using the </a:t>
            </a:r>
            <a:r>
              <a:rPr lang="en-IN" b="1" dirty="0"/>
              <a:t>Breadth-First Search (BFS)</a:t>
            </a:r>
            <a:r>
              <a:rPr lang="en-IN" dirty="0"/>
              <a:t> algorithm.</a:t>
            </a:r>
          </a:p>
          <a:p>
            <a:pPr marL="0" indent="0">
              <a:buNone/>
            </a:pPr>
            <a:r>
              <a:rPr lang="en-IN" dirty="0"/>
              <a:t>The parking lot is </a:t>
            </a:r>
            <a:r>
              <a:rPr lang="en-IN" dirty="0" err="1"/>
              <a:t>modeled</a:t>
            </a:r>
            <a:r>
              <a:rPr lang="en-IN" dirty="0"/>
              <a:t> as a </a:t>
            </a:r>
            <a:r>
              <a:rPr lang="en-IN" b="1" dirty="0"/>
              <a:t>10×10 grid</a:t>
            </a:r>
            <a:r>
              <a:rPr lang="en-IN" dirty="0"/>
              <a:t>, where:</a:t>
            </a:r>
          </a:p>
          <a:p>
            <a:pPr lvl="1"/>
            <a:r>
              <a:rPr lang="en-IN" b="1" dirty="0"/>
              <a:t>‘I’</a:t>
            </a:r>
            <a:r>
              <a:rPr lang="en-IN" dirty="0"/>
              <a:t> → Entry point</a:t>
            </a:r>
          </a:p>
          <a:p>
            <a:pPr lvl="1"/>
            <a:r>
              <a:rPr lang="en-IN" b="1" dirty="0"/>
              <a:t>‘E’</a:t>
            </a:r>
            <a:r>
              <a:rPr lang="en-IN" dirty="0"/>
              <a:t> → Empty parking slot</a:t>
            </a:r>
          </a:p>
          <a:p>
            <a:pPr lvl="1"/>
            <a:r>
              <a:rPr lang="en-IN" b="1" dirty="0"/>
              <a:t>‘X’</a:t>
            </a:r>
            <a:r>
              <a:rPr lang="en-IN" dirty="0"/>
              <a:t> → Occupied or blocked area</a:t>
            </a:r>
          </a:p>
          <a:p>
            <a:pPr lvl="1"/>
            <a:r>
              <a:rPr lang="en-IN" b="1" dirty="0"/>
              <a:t>‘O’</a:t>
            </a:r>
            <a:r>
              <a:rPr lang="en-IN" dirty="0"/>
              <a:t> → Open path</a:t>
            </a: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b="1" dirty="0"/>
              <a:t>BFS algorithm</a:t>
            </a:r>
            <a:r>
              <a:rPr lang="en-IN" dirty="0"/>
              <a:t> systematically explores the grid level by level from the entry point to locate the nearest free slot. Once a slot is found, it is marked as occupied to simulate a vehicle being parked.</a:t>
            </a:r>
          </a:p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car removal feature</a:t>
            </a:r>
            <a:r>
              <a:rPr lang="en-IN" dirty="0"/>
              <a:t> allows users to free a slot and make it available again.</a:t>
            </a:r>
          </a:p>
          <a:p>
            <a:pPr lvl="1"/>
            <a:r>
              <a:rPr lang="en-IN" dirty="0"/>
              <a:t>The system provides a simple </a:t>
            </a:r>
            <a:r>
              <a:rPr lang="en-IN" b="1" dirty="0"/>
              <a:t>menu-driven interface</a:t>
            </a:r>
            <a:r>
              <a:rPr lang="en-IN" dirty="0"/>
              <a:t> that enables users to:</a:t>
            </a:r>
          </a:p>
          <a:p>
            <a:pPr lvl="1"/>
            <a:r>
              <a:rPr lang="en-IN" dirty="0"/>
              <a:t>Find the nearest parking slot</a:t>
            </a:r>
          </a:p>
          <a:p>
            <a:pPr lvl="1"/>
            <a:r>
              <a:rPr lang="en-IN" dirty="0"/>
              <a:t>Remove a parked car</a:t>
            </a:r>
          </a:p>
          <a:p>
            <a:pPr lvl="1"/>
            <a:r>
              <a:rPr lang="en-IN" dirty="0"/>
              <a:t>Exit the program</a:t>
            </a:r>
          </a:p>
          <a:p>
            <a:pPr marL="0" indent="0">
              <a:buNone/>
            </a:pPr>
            <a:r>
              <a:rPr lang="en-IN" dirty="0"/>
              <a:t>By using BFS, the system ensures the </a:t>
            </a:r>
            <a:r>
              <a:rPr lang="en-IN" b="1" dirty="0"/>
              <a:t>shortest and most efficient route</a:t>
            </a:r>
            <a:r>
              <a:rPr lang="en-IN" dirty="0"/>
              <a:t> to the nearest available slot while avoiding blocked cells.</a:t>
            </a:r>
          </a:p>
        </p:txBody>
      </p:sp>
    </p:spTree>
    <p:extLst>
      <p:ext uri="{BB962C8B-B14F-4D97-AF65-F5344CB8AC3E}">
        <p14:creationId xmlns:p14="http://schemas.microsoft.com/office/powerpoint/2010/main" val="377793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</a:t>
            </a:r>
            <a:r>
              <a:rPr lang="en-GB" dirty="0" smtClean="0"/>
              <a:t>the code and report </a:t>
            </a:r>
            <a:r>
              <a:rPr lang="en-GB" dirty="0"/>
              <a:t>in Git-hub </a:t>
            </a:r>
            <a:r>
              <a:rPr lang="en-GB" dirty="0" smtClean="0"/>
              <a:t>Repository:</a:t>
            </a:r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265072"/>
              </p:ext>
            </p:extLst>
          </p:nvPr>
        </p:nvGraphicFramePr>
        <p:xfrm>
          <a:off x="1854200" y="2205222"/>
          <a:ext cx="812800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https://github.com/Lohith156/Parking-slot-finder.git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https://github.com/Lohith156/Parking-slot-finder.git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smtClean="0">
                          <a:solidFill>
                            <a:schemeClr val="tx1"/>
                          </a:solidFill>
                        </a:rPr>
                        <a:t>https://github.com/Lohith156/Parking-slot-finder.git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xmlns="" id="{AE3E4B8E-3BFC-7360-7883-B0F2CBD29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85" y="1543372"/>
            <a:ext cx="4569144" cy="134731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9685F293-390A-1FA3-5EB4-6B35C0E26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481" y="1224284"/>
            <a:ext cx="3302293" cy="531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965FA15-501F-9E41-C50E-F9E9870D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35FE8B-D7CB-571B-0752-E51C72DA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C7809422-4E2A-D16F-004D-51C1EBA6B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04" y="1173445"/>
            <a:ext cx="4353973" cy="54679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9877792-050C-39A8-EEA6-47E4BBC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B0465F-C9EA-CC89-B10A-F447FBAB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124743D-4793-3F46-2309-32FD1E18E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635" y="1628523"/>
            <a:ext cx="5003345" cy="240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4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err="1"/>
              <a:t>GeeksforGeeks</a:t>
            </a:r>
            <a:r>
              <a:rPr lang="en-IN" dirty="0"/>
              <a:t> — Breadth First Search (BFS) Algorithm in Python</a:t>
            </a:r>
            <a:br>
              <a:rPr lang="en-IN" dirty="0"/>
            </a:br>
            <a:r>
              <a:rPr lang="en-IN" dirty="0" smtClean="0"/>
              <a:t>	🔗 </a:t>
            </a:r>
            <a:r>
              <a:rPr lang="en-IN" u="sng" dirty="0">
                <a:hlinkClick r:id="rId2"/>
              </a:rPr>
              <a:t>https://www.geeksforgeeks.org/breadth-first-search-or-bfs-for-a-graph/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Python Software Foundation</a:t>
            </a:r>
            <a:r>
              <a:rPr lang="en-IN" dirty="0"/>
              <a:t> — Python 3 Official Documentation</a:t>
            </a:r>
            <a:br>
              <a:rPr lang="en-IN" dirty="0"/>
            </a:br>
            <a:r>
              <a:rPr lang="en-IN" dirty="0" smtClean="0"/>
              <a:t>	🔗 </a:t>
            </a:r>
            <a:r>
              <a:rPr lang="en-IN" u="sng" dirty="0">
                <a:hlinkClick r:id="rId3"/>
              </a:rPr>
              <a:t>https://docs.python.org/3/</a:t>
            </a:r>
            <a:endParaRPr lang="en-IN" sz="2400" dirty="0"/>
          </a:p>
          <a:p>
            <a:pPr marL="0" lvl="0" indent="0">
              <a:buNone/>
            </a:pPr>
            <a:r>
              <a:rPr lang="en-IN" b="1" dirty="0"/>
              <a:t>Real Python</a:t>
            </a:r>
            <a:r>
              <a:rPr lang="en-IN" dirty="0"/>
              <a:t> — Python BFS and Queue Implementations</a:t>
            </a:r>
            <a:br>
              <a:rPr lang="en-IN" dirty="0"/>
            </a:br>
            <a:r>
              <a:rPr lang="en-IN" dirty="0" smtClean="0"/>
              <a:t>	🔗 </a:t>
            </a:r>
            <a:r>
              <a:rPr lang="en-IN" u="sng" dirty="0">
                <a:hlinkClick r:id="rId4"/>
              </a:rPr>
              <a:t>https://realpython.com/</a:t>
            </a:r>
            <a:endParaRPr lang="en-IN" sz="2400" dirty="0"/>
          </a:p>
          <a:p>
            <a:pPr marL="0" lvl="0" indent="0">
              <a:buNone/>
            </a:pPr>
            <a:r>
              <a:rPr lang="en-IN" b="1" dirty="0" err="1"/>
              <a:t>TutorialsPoint</a:t>
            </a:r>
            <a:r>
              <a:rPr lang="en-IN" dirty="0"/>
              <a:t> — Python Functions and Control Structures</a:t>
            </a:r>
            <a:br>
              <a:rPr lang="en-IN" dirty="0"/>
            </a:br>
            <a:r>
              <a:rPr lang="en-IN" dirty="0" smtClean="0"/>
              <a:t>	🔗 </a:t>
            </a:r>
            <a:r>
              <a:rPr lang="en-IN" u="sng" dirty="0">
                <a:hlinkClick r:id="rId5"/>
              </a:rPr>
              <a:t>https://www.tutorialspoint.com/python/</a:t>
            </a:r>
            <a:endParaRPr lang="en-IN" sz="2400" dirty="0"/>
          </a:p>
          <a:p>
            <a:pPr marL="0" lvl="0" indent="0">
              <a:buNone/>
            </a:pPr>
            <a:r>
              <a:rPr lang="en-IN" b="1" dirty="0"/>
              <a:t>Medium (Towards Data Science)</a:t>
            </a:r>
            <a:r>
              <a:rPr lang="en-IN" dirty="0"/>
              <a:t> — Understanding Breadth-First Search in Graph Theory</a:t>
            </a:r>
            <a:br>
              <a:rPr lang="en-IN" dirty="0"/>
            </a:br>
            <a:r>
              <a:rPr lang="en-IN" dirty="0" smtClean="0"/>
              <a:t>	🔗 </a:t>
            </a:r>
            <a:r>
              <a:rPr lang="en-IN" u="sng" dirty="0">
                <a:hlinkClick r:id="rId6"/>
              </a:rPr>
              <a:t>https://towardsdatascience.com</a:t>
            </a:r>
            <a:r>
              <a:rPr lang="en-IN" u="sng" dirty="0" smtClean="0">
                <a:hlinkClick r:id="rId6"/>
              </a:rPr>
              <a:t>/</a:t>
            </a:r>
            <a:r>
              <a:rPr lang="en-IN" dirty="0"/>
              <a:t> </a:t>
            </a:r>
            <a:endParaRPr lang="en-IN" sz="2400" dirty="0"/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369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DEPARTMENT OF ARITIFICIAL INTELLIGENCE AND DATA SCIENCE ACADEMIC YEAR 2025 - 2026 SEMESTER III ARTIFICIAL INTELLIGENCE LABORATORY  MINI PROJECT REVIEW  Parking Slot Finder Application Using BFS Algorithm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CSE (ARTIFICIAL INTELLIGENCE AND MACHINE LEARNING) ACADEMIC YEAR 2025 - 2026 SEMESTER III ARTIFICIAL INTELLIGENCE LABORATORY  MINI PROJECT REVIEW  Parking Slot Finder Application Using BFS Algorithm</dc:title>
  <dc:creator>SANKAR GANESH K</dc:creator>
  <cp:lastModifiedBy>Admin</cp:lastModifiedBy>
  <cp:revision>14</cp:revision>
  <dcterms:created xsi:type="dcterms:W3CDTF">2025-10-18T08:57:34Z</dcterms:created>
  <dcterms:modified xsi:type="dcterms:W3CDTF">2025-11-05T06:12:53Z</dcterms:modified>
</cp:coreProperties>
</file>