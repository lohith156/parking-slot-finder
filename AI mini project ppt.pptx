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4" r:id="rId5"/>
    <p:sldId id="258" r:id="rId6"/>
    <p:sldId id="260" r:id="rId7"/>
    <p:sldId id="263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2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  <a:t>05-Nov-25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42F0ED-5252-4C0D-3BA2-BA6ECDF90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4F6E366-4DE2-8E81-1DC3-0AEE197AF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8C19ECA-A45F-0986-41DE-E73470F3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46DC80E-2DDD-1136-4BC6-B4406DBF7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3C6432E-64B5-4716-F794-CD0C848FE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428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5275F44-3844-F881-3DC9-E55F3A5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8B5DD6E-70DC-EC37-F363-8CA0371D4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E884CC4-4338-D905-6FCE-6141610CE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D46F4CB-E19E-BF21-CA04-20FBF9E0B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4C561CA-A7D9-921E-283C-D2D26EC9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82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99F0DB8-4328-6842-4C20-194E16496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D1C16DD-B055-C373-DB9C-1095E3A7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0308B3A-5B20-B104-4DC9-F294FE85D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42F6EF1-C2BF-E0B8-5AD2-1E80894A9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73C3E5B-79C1-F551-EB78-424972E4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75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84FA2CF-D4B2-C0EA-7D8B-9997981D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C8EC816-FAB0-61B5-B8A9-3CEEDE3AC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B6888030-9606-40F3-F568-569861E67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1F26BC2E-18CA-513E-BBD3-A4A6A468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  <a:t>05-Nov-25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610C424-8EE7-DCF3-92CA-9943CA217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13B02771-6578-A3F3-2DE5-957F26935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01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43A56EB-15F3-DA5A-FC5F-C8A9854D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44F55B3-769C-0F68-56E4-09A31651F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949390E3-482E-14E5-E93E-3EFDFCA02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8A5F7FD4-A0A2-100E-247B-0439DA6A8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9AB19785-7F9E-F7E7-9989-FBA2A2436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599BF4CB-4B11-6795-84C1-91B139428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  <a:t>05-Nov-25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F52FCB82-5972-D333-E21C-DF24F6BC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AF12211A-324E-9069-32B0-8F50973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88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040A965-A2B0-80BB-C6BA-CCCFA27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DF0A2016-FBBB-4A1F-6F9E-FE6A63DE4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  <a:t>05-Nov-25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EBE845DF-F961-5466-32C3-C6385060C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76E057F6-928A-6D9F-4161-C04DEAA8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7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DB366D7-6680-4FD6-C029-DC5C0BB2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  <a:t>05-Nov-25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94179984-8567-91CB-0310-29A3752B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22C7A0D-606C-3BF9-8DBE-908D80966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76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C684C1-8596-31A1-180D-C7EC5332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13762C2-B7CC-ADA3-9D39-3541B3FE5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6835A5F9-7E68-401F-C3BB-09FB74F82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A5F73E6-ECB8-2943-41D8-05812D84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  <a:t>05-Nov-25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86B5AF7-95CA-05D2-1119-F667C7B6F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22599C23-C916-AE53-9371-42CF3819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9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2B9AC56-39A4-2278-722C-617F9F770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B1FAD1B2-1942-74FB-C400-0DB0C13B9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B1DA8F38-E9BE-47E4-7662-3CD4AECCB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228AE0B-2CCA-EDA3-1B80-8F2E1DF8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  <a:t>05-Nov-25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2FDB1342-9AFD-57F0-2E90-76ECCEAFA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6DE180B8-E20A-6138-1A1C-1E980CAD4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4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6F050B6-05B4-E3FE-22C0-B823946C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A534B519-CE0F-EF5E-0363-067F1B0DB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9E2CA70-5E41-1433-D1D4-58B7EECA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4A27E013-1DD3-69EC-2DB2-F95CD3491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12FAA7-8459-22BB-DD92-45D2DCDB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2665F096-56EB-9C2E-FB81-FEE0A0CAD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AF2D9855-6F39-E67A-6BE9-0AC527E97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C113E1-9951-703E-A152-D5CEEC0E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7463D87-637E-E53B-45EF-5E53B292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75677AB-ED08-1C04-AEC4-B8B3B85B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2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B34DB59C-E06D-9064-D0E9-EE878347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03B2644-B987-EA40-64D1-C253A45B0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DBC9483-BDE6-AF2E-5EF6-5FD8C63DA8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6345DA1-9E37-8BE4-5FD8-308623973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9C78D0E-8A6B-A368-9312-1F3C29DDB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27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" TargetMode="External"/><Relationship Id="rId2" Type="http://schemas.openxmlformats.org/officeDocument/2006/relationships/hyperlink" Target="https://www.geeksforgeeks.org/breadth-first-search-or-bfs-for-a-graph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owardsdatascience.com/" TargetMode="External"/><Relationship Id="rId5" Type="http://schemas.openxmlformats.org/officeDocument/2006/relationships/hyperlink" Target="https://www.tutorialspoint.com/python/" TargetMode="External"/><Relationship Id="rId4" Type="http://schemas.openxmlformats.org/officeDocument/2006/relationships/hyperlink" Target="https://realpython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77F15FA6-086D-491A-B175-0CA4656FBDCB}"/>
              </a:ext>
            </a:extLst>
          </p:cNvPr>
          <p:cNvPicPr/>
          <p:nvPr/>
        </p:nvPicPr>
        <p:blipFill>
          <a:blip r:embed="rId2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headEnd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5BEE647A-5606-A6E5-93DB-A43A8FC2D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8" y="1251284"/>
            <a:ext cx="10812378" cy="2458586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ARITIFICIAL INTELLIGENCE AND DATA SCIENCE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III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/>
              <a:t>Parking Slot Finder Application Using BFS Algorithm</a:t>
            </a:r>
            <a:endParaRPr lang="en-US" sz="2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B39E0012-B3AF-E718-6BBA-5D37629E4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4012676"/>
              </p:ext>
            </p:extLst>
          </p:nvPr>
        </p:nvGraphicFramePr>
        <p:xfrm>
          <a:off x="2098841" y="3845961"/>
          <a:ext cx="8392696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16485">
                  <a:extLst>
                    <a:ext uri="{9D8B030D-6E8A-4147-A177-3AD203B41FA5}">
                      <a16:colId xmlns:a16="http://schemas.microsoft.com/office/drawing/2014/main" xmlns="" val="1924387309"/>
                    </a:ext>
                  </a:extLst>
                </a:gridCol>
                <a:gridCol w="6176211">
                  <a:extLst>
                    <a:ext uri="{9D8B030D-6E8A-4147-A177-3AD203B41FA5}">
                      <a16:colId xmlns:a16="http://schemas.microsoft.com/office/drawing/2014/main" xmlns="" val="471423325"/>
                    </a:ext>
                  </a:extLst>
                </a:gridCol>
              </a:tblGrid>
              <a:tr h="48631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2117240070169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7170341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LOHITH.R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67366592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106965190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SECTION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23406844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err="1" smtClean="0"/>
                        <a:t>Ms.</a:t>
                      </a:r>
                      <a:r>
                        <a:rPr lang="en-GB" b="1" baseline="0" dirty="0" smtClean="0"/>
                        <a:t> </a:t>
                      </a:r>
                      <a:r>
                        <a:rPr lang="en-GB" b="1" baseline="0" dirty="0" err="1" smtClean="0"/>
                        <a:t>Phebe</a:t>
                      </a:r>
                      <a:r>
                        <a:rPr lang="en-GB" b="1" baseline="0" dirty="0" smtClean="0"/>
                        <a:t> </a:t>
                      </a:r>
                      <a:r>
                        <a:rPr lang="en-GB" b="1" baseline="0" dirty="0" err="1" smtClean="0"/>
                        <a:t>Persis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536199969"/>
                  </a:ext>
                </a:extLst>
              </a:tr>
            </a:tbl>
          </a:graphicData>
        </a:graphic>
      </p:graphicFrame>
      <p:sp>
        <p:nvSpPr>
          <p:cNvPr id="12" name="Date Placeholder 11">
            <a:extLst>
              <a:ext uri="{FF2B5EF4-FFF2-40B4-BE49-F238E27FC236}">
                <a16:creationId xmlns:a16="http://schemas.microsoft.com/office/drawing/2014/main" xmlns="" id="{6B174A57-15CE-2FFD-86D9-B7E84692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  <a:t>05-Nov-25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xmlns="" id="{E4873981-939E-932D-DBE2-6B02CC92B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93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23E759A-0732-65F8-ABFC-93E81441B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AE17474-C476-1051-3F37-A2159E2BE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b="1" dirty="0" smtClean="0"/>
              <a:t>PROBLEM STATEMENT:</a:t>
            </a:r>
            <a:r>
              <a:rPr lang="en-IN" dirty="0"/>
              <a:t/>
            </a:r>
            <a:br>
              <a:rPr lang="en-IN" dirty="0"/>
            </a:br>
            <a:r>
              <a:rPr lang="en-IN" dirty="0" smtClean="0"/>
              <a:t>	This </a:t>
            </a:r>
            <a:r>
              <a:rPr lang="en-IN" dirty="0"/>
              <a:t>project models a parking lot as a 2D grid, where each cell represents a parking space. The AI agent must navigate from the </a:t>
            </a:r>
            <a:r>
              <a:rPr lang="en-IN" b="1" dirty="0"/>
              <a:t>entry point 'I'</a:t>
            </a:r>
            <a:r>
              <a:rPr lang="en-IN" dirty="0"/>
              <a:t> to the </a:t>
            </a:r>
            <a:r>
              <a:rPr lang="en-IN" b="1" dirty="0"/>
              <a:t>nearest empty slot 'E'</a:t>
            </a:r>
            <a:r>
              <a:rPr lang="en-IN" dirty="0"/>
              <a:t> using BFS.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b="1" dirty="0"/>
              <a:t>Expected Results:</a:t>
            </a:r>
            <a:endParaRPr lang="en-IN" dirty="0"/>
          </a:p>
          <a:p>
            <a:pPr lvl="1"/>
            <a:r>
              <a:rPr lang="en-IN" dirty="0"/>
              <a:t>BFS identifies the shortest and most efficient path to an empty slot.</a:t>
            </a:r>
          </a:p>
          <a:p>
            <a:pPr lvl="1"/>
            <a:r>
              <a:rPr lang="en-IN" dirty="0"/>
              <a:t>The system marks the slot as occupied once parked.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b="1" dirty="0"/>
              <a:t>Future Possibilities:</a:t>
            </a:r>
            <a:endParaRPr lang="en-IN" dirty="0"/>
          </a:p>
          <a:p>
            <a:pPr lvl="1"/>
            <a:r>
              <a:rPr lang="en-IN" dirty="0"/>
              <a:t>Add multiple entry points and dynamic slot updates.</a:t>
            </a:r>
          </a:p>
          <a:p>
            <a:pPr lvl="1"/>
            <a:r>
              <a:rPr lang="en-IN" dirty="0"/>
              <a:t>Extend with A* Search or integrate a graphical interface using </a:t>
            </a:r>
            <a:r>
              <a:rPr lang="en-IN" dirty="0" err="1"/>
              <a:t>Tkinter</a:t>
            </a:r>
            <a:r>
              <a:rPr lang="en-IN" dirty="0"/>
              <a:t> or </a:t>
            </a:r>
            <a:r>
              <a:rPr lang="en-IN" dirty="0" err="1"/>
              <a:t>Pygame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Include real-time sensors and IoT integration for live parking data.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5FF5BCC-B36E-DFE5-103F-31FA1263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70253399-F526-B4B1-D444-32B3A164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14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3ACC068-5F54-97E8-2F1C-0538F112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B2B1AF-B7ED-6DDA-888D-9BCAF08EA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E67243E-1300-82BE-9968-6837E801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b="1" dirty="0"/>
              <a:t>Depth-First Search (DFS):</a:t>
            </a:r>
            <a:endParaRPr lang="en-IN" dirty="0"/>
          </a:p>
          <a:p>
            <a:r>
              <a:rPr lang="en-IN" dirty="0"/>
              <a:t>Explores deep paths first.</a:t>
            </a:r>
          </a:p>
          <a:p>
            <a:r>
              <a:rPr lang="en-IN" dirty="0"/>
              <a:t>May not find the shortest path in a grid.</a:t>
            </a:r>
          </a:p>
          <a:p>
            <a:pPr marL="0" indent="0">
              <a:buNone/>
            </a:pPr>
            <a:r>
              <a:rPr lang="en-IN" b="1" dirty="0"/>
              <a:t>Breadth-First Search (BFS):</a:t>
            </a:r>
            <a:endParaRPr lang="en-IN" dirty="0"/>
          </a:p>
          <a:p>
            <a:pPr lvl="0"/>
            <a:r>
              <a:rPr lang="en-IN" dirty="0"/>
              <a:t>Explores level by level.</a:t>
            </a:r>
          </a:p>
          <a:p>
            <a:pPr lvl="0"/>
            <a:r>
              <a:rPr lang="en-IN" dirty="0"/>
              <a:t>Guarantees the shortest path in unweighted grids.</a:t>
            </a:r>
          </a:p>
          <a:p>
            <a:r>
              <a:rPr lang="en-IN" i="1" dirty="0"/>
              <a:t>Dijkstra / A Search:</a:t>
            </a:r>
            <a:r>
              <a:rPr lang="en-IN" dirty="0"/>
              <a:t>*</a:t>
            </a:r>
          </a:p>
          <a:p>
            <a:pPr lvl="0"/>
            <a:r>
              <a:rPr lang="en-IN" dirty="0"/>
              <a:t>Designed for weighted graphs.</a:t>
            </a:r>
          </a:p>
          <a:p>
            <a:pPr lvl="0"/>
            <a:r>
              <a:rPr lang="en-IN" dirty="0"/>
              <a:t>Not required for this project since all moves are equal.</a:t>
            </a:r>
          </a:p>
          <a:p>
            <a:pPr marL="0" indent="0">
              <a:buNone/>
            </a:pPr>
            <a:r>
              <a:rPr lang="en-IN" b="1" dirty="0"/>
              <a:t>Justification for Choosing BFS:</a:t>
            </a:r>
            <a:endParaRPr lang="en-IN" dirty="0"/>
          </a:p>
          <a:p>
            <a:pPr lvl="0"/>
            <a:r>
              <a:rPr lang="en-IN" dirty="0"/>
              <a:t>The parking lot is </a:t>
            </a:r>
            <a:r>
              <a:rPr lang="en-IN" dirty="0" err="1"/>
              <a:t>modeled</a:t>
            </a:r>
            <a:r>
              <a:rPr lang="en-IN" dirty="0"/>
              <a:t> as an </a:t>
            </a:r>
            <a:r>
              <a:rPr lang="en-IN" b="1" dirty="0"/>
              <a:t>unweighted grid</a:t>
            </a:r>
            <a:r>
              <a:rPr lang="en-IN" dirty="0"/>
              <a:t>.</a:t>
            </a:r>
          </a:p>
          <a:p>
            <a:pPr lvl="0"/>
            <a:r>
              <a:rPr lang="en-IN" dirty="0"/>
              <a:t>BFS ensures the </a:t>
            </a:r>
            <a:r>
              <a:rPr lang="en-IN" b="1" dirty="0"/>
              <a:t>shortest path</a:t>
            </a:r>
            <a:r>
              <a:rPr lang="en-IN" dirty="0"/>
              <a:t> to the nearest empty slot.</a:t>
            </a:r>
          </a:p>
          <a:p>
            <a:pPr lvl="0"/>
            <a:r>
              <a:rPr lang="en-IN" dirty="0"/>
              <a:t>DFS may explore unnecessary paths or miss optimal solutions.</a:t>
            </a:r>
          </a:p>
          <a:p>
            <a:pPr lvl="0"/>
            <a:r>
              <a:rPr lang="en-IN" dirty="0"/>
              <a:t>Weighted algorithms are unnecessary for equal-cost movements.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AF593AB-ABA6-D8E8-42D9-A38FB7B4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0AE40CC-B05F-6325-A926-99504CD4A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692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B03077-CBE2-EF1C-4A13-BF3C1221B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240F429-3FB9-5FF2-C185-E7732B3DD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26A7360-B78F-30BB-51FE-76501BAAD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5ADD15D1-83AE-83A2-FF34-E2C3770E0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4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90445E3E-0331-8C63-0FBA-16F49206D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290" y="884903"/>
            <a:ext cx="10960510" cy="5624052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b="1" dirty="0"/>
              <a:t>System Overview</a:t>
            </a:r>
          </a:p>
          <a:p>
            <a:pPr marL="0" indent="0">
              <a:buNone/>
            </a:pPr>
            <a:r>
              <a:rPr lang="en-IN" dirty="0"/>
              <a:t>The project simulates a </a:t>
            </a:r>
            <a:r>
              <a:rPr lang="en-IN" b="1" dirty="0"/>
              <a:t>Smart Parking Management System</a:t>
            </a:r>
            <a:r>
              <a:rPr lang="en-IN" dirty="0"/>
              <a:t> that identifies the nearest available parking slot from an entrance using the </a:t>
            </a:r>
            <a:r>
              <a:rPr lang="en-IN" b="1" dirty="0"/>
              <a:t>Breadth-First Search (BFS)</a:t>
            </a:r>
            <a:r>
              <a:rPr lang="en-IN" dirty="0"/>
              <a:t> algorithm.</a:t>
            </a:r>
          </a:p>
          <a:p>
            <a:pPr marL="0" indent="0">
              <a:buNone/>
            </a:pPr>
            <a:r>
              <a:rPr lang="en-IN" dirty="0"/>
              <a:t>The parking lot is </a:t>
            </a:r>
            <a:r>
              <a:rPr lang="en-IN" dirty="0" err="1"/>
              <a:t>modeled</a:t>
            </a:r>
            <a:r>
              <a:rPr lang="en-IN" dirty="0"/>
              <a:t> as a </a:t>
            </a:r>
            <a:r>
              <a:rPr lang="en-IN" b="1" dirty="0"/>
              <a:t>10×10 grid</a:t>
            </a:r>
            <a:r>
              <a:rPr lang="en-IN" dirty="0"/>
              <a:t>, where:</a:t>
            </a:r>
          </a:p>
          <a:p>
            <a:pPr lvl="1"/>
            <a:r>
              <a:rPr lang="en-IN" b="1" dirty="0"/>
              <a:t>‘I’</a:t>
            </a:r>
            <a:r>
              <a:rPr lang="en-IN" dirty="0"/>
              <a:t> → Entry point</a:t>
            </a:r>
          </a:p>
          <a:p>
            <a:pPr lvl="1"/>
            <a:r>
              <a:rPr lang="en-IN" b="1" dirty="0"/>
              <a:t>‘E’</a:t>
            </a:r>
            <a:r>
              <a:rPr lang="en-IN" dirty="0"/>
              <a:t> → Empty parking slot</a:t>
            </a:r>
          </a:p>
          <a:p>
            <a:pPr lvl="1"/>
            <a:r>
              <a:rPr lang="en-IN" b="1" dirty="0"/>
              <a:t>‘X’</a:t>
            </a:r>
            <a:r>
              <a:rPr lang="en-IN" dirty="0"/>
              <a:t> → Occupied or blocked area</a:t>
            </a:r>
          </a:p>
          <a:p>
            <a:pPr lvl="1"/>
            <a:r>
              <a:rPr lang="en-IN" b="1" dirty="0"/>
              <a:t>‘O’</a:t>
            </a:r>
            <a:r>
              <a:rPr lang="en-IN" dirty="0"/>
              <a:t> → Open path</a:t>
            </a:r>
          </a:p>
          <a:p>
            <a:pPr marL="0" indent="0">
              <a:buNone/>
            </a:pPr>
            <a:r>
              <a:rPr lang="en-IN" dirty="0"/>
              <a:t>The </a:t>
            </a:r>
            <a:r>
              <a:rPr lang="en-IN" b="1" dirty="0"/>
              <a:t>BFS algorithm</a:t>
            </a:r>
            <a:r>
              <a:rPr lang="en-IN" dirty="0"/>
              <a:t> systematically explores the grid level by level from the entry point to locate the nearest free slot. Once a slot is found, it is marked as occupied to simulate a vehicle being parked.</a:t>
            </a:r>
          </a:p>
          <a:p>
            <a:pPr marL="0" indent="0">
              <a:buNone/>
            </a:pPr>
            <a:r>
              <a:rPr lang="en-IN" dirty="0"/>
              <a:t>A </a:t>
            </a:r>
            <a:r>
              <a:rPr lang="en-IN" b="1" dirty="0"/>
              <a:t>car removal feature</a:t>
            </a:r>
            <a:r>
              <a:rPr lang="en-IN" dirty="0"/>
              <a:t> allows users to free a slot and make it available again.</a:t>
            </a:r>
          </a:p>
          <a:p>
            <a:pPr lvl="1"/>
            <a:r>
              <a:rPr lang="en-IN" dirty="0"/>
              <a:t>The system provides a simple </a:t>
            </a:r>
            <a:r>
              <a:rPr lang="en-IN" b="1" dirty="0"/>
              <a:t>menu-driven interface</a:t>
            </a:r>
            <a:r>
              <a:rPr lang="en-IN" dirty="0"/>
              <a:t> that enables users to:</a:t>
            </a:r>
          </a:p>
          <a:p>
            <a:pPr lvl="1"/>
            <a:r>
              <a:rPr lang="en-IN" dirty="0"/>
              <a:t>Find the nearest parking slot</a:t>
            </a:r>
          </a:p>
          <a:p>
            <a:pPr lvl="1"/>
            <a:r>
              <a:rPr lang="en-IN" dirty="0"/>
              <a:t>Remove a parked car</a:t>
            </a:r>
          </a:p>
          <a:p>
            <a:pPr lvl="1"/>
            <a:r>
              <a:rPr lang="en-IN" dirty="0"/>
              <a:t>Exit the program</a:t>
            </a:r>
          </a:p>
          <a:p>
            <a:pPr marL="0" indent="0">
              <a:buNone/>
            </a:pPr>
            <a:r>
              <a:rPr lang="en-IN" dirty="0"/>
              <a:t>By using BFS, the system ensures the </a:t>
            </a:r>
            <a:r>
              <a:rPr lang="en-IN" b="1" dirty="0"/>
              <a:t>shortest and most efficient route</a:t>
            </a:r>
            <a:r>
              <a:rPr lang="en-IN" dirty="0"/>
              <a:t> to the nearest available slot while avoiding blocked cells.</a:t>
            </a:r>
          </a:p>
        </p:txBody>
      </p:sp>
    </p:spTree>
    <p:extLst>
      <p:ext uri="{BB962C8B-B14F-4D97-AF65-F5344CB8AC3E}">
        <p14:creationId xmlns:p14="http://schemas.microsoft.com/office/powerpoint/2010/main" val="3777936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A34F6B-2294-8100-6428-71DD4A23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E876350-5987-57CB-5096-A77DCA200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229904C-7E5E-5862-ACA4-167CDBC50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</a:t>
            </a:r>
            <a:r>
              <a:rPr lang="en-GB" dirty="0" smtClean="0"/>
              <a:t>the code and report </a:t>
            </a:r>
            <a:r>
              <a:rPr lang="en-GB" dirty="0"/>
              <a:t>in Git-hub </a:t>
            </a:r>
            <a:r>
              <a:rPr lang="en-GB" dirty="0" smtClean="0"/>
              <a:t>Repository:</a:t>
            </a:r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0BC0E82-F7C5-E4B3-8BB9-1583AC6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4775014-201C-1110-C957-46A30A1C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xmlns="" id="{ACE64048-76D1-E559-97A6-1E9DA8CC9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5662937"/>
              </p:ext>
            </p:extLst>
          </p:nvPr>
        </p:nvGraphicFramePr>
        <p:xfrm>
          <a:off x="1854200" y="2205222"/>
          <a:ext cx="8128000" cy="40843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xmlns="" val="40520043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xmlns="" val="12519598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2400" dirty="0">
                          <a:solidFill>
                            <a:schemeClr val="tx1"/>
                          </a:solidFill>
                        </a:rPr>
                        <a:t>List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>
                          <a:solidFill>
                            <a:schemeClr val="tx1"/>
                          </a:solidFill>
                        </a:rPr>
                        <a:t>Git-hub Repository Links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39936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</a:rPr>
                        <a:t>Implementation of Code Link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https://github.com/Lohith156/Parking-slot-finder/blob/cc74b1f2f8ecb43b00cef381e80d11a446f5eb0e/AI%20mini%20project.pdf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996202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</a:rPr>
                        <a:t>Word Document Report Link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https://github.com/Lohith156/Parking-slot-finder/blob/5e471942624057d4746b9c94995329cdabb39049/AI%20mini%20project.pdf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105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dirty="0">
                          <a:solidFill>
                            <a:schemeClr val="tx1"/>
                          </a:solidFill>
                        </a:rPr>
                        <a:t>PPT Link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807241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9586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xmlns="" id="{AE3E4B8E-3BFC-7360-7883-B0F2CBD29E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185" y="1543372"/>
            <a:ext cx="4569144" cy="134731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6</a:t>
            </a:fld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9685F293-390A-1FA3-5EB4-6B35C0E261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2481" y="1224284"/>
            <a:ext cx="3302293" cy="531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269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965FA15-501F-9E41-C50E-F9E9870D8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135FE8B-D7CB-571B-0752-E51C72DAA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xmlns="" id="{C7809422-4E2A-D16F-004D-51C1EBA6BE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04" y="1173445"/>
            <a:ext cx="4353973" cy="546795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9877792-050C-39A8-EEA6-47E4BBC0E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7AB0465F-C9EA-CC89-B10A-F447FBAB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0124743D-4793-3F46-2309-32FD1E18E5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1635" y="1628523"/>
            <a:ext cx="5003345" cy="240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2474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9DEA9EE-5679-A557-E7BF-0A904D097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2BF6077-2697-7116-5A2C-99B8054B7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AB1971-AF7F-80EE-26ED-EA8A7E8C7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 err="1"/>
              <a:t>GeeksforGeeks</a:t>
            </a:r>
            <a:r>
              <a:rPr lang="en-IN" dirty="0"/>
              <a:t> — Breadth First Search (BFS) Algorithm in Python</a:t>
            </a:r>
            <a:br>
              <a:rPr lang="en-IN" dirty="0"/>
            </a:br>
            <a:r>
              <a:rPr lang="en-IN" dirty="0" smtClean="0"/>
              <a:t>	🔗 </a:t>
            </a:r>
            <a:r>
              <a:rPr lang="en-IN" u="sng" dirty="0">
                <a:hlinkClick r:id="rId2"/>
              </a:rPr>
              <a:t>https://www.geeksforgeeks.org/breadth-first-search-or-bfs-for-a-graph/</a:t>
            </a:r>
            <a:endParaRPr lang="en-IN" dirty="0"/>
          </a:p>
          <a:p>
            <a:pPr marL="0" lvl="0" indent="0">
              <a:buNone/>
            </a:pPr>
            <a:r>
              <a:rPr lang="en-IN" b="1" dirty="0"/>
              <a:t>Python Software Foundation</a:t>
            </a:r>
            <a:r>
              <a:rPr lang="en-IN" dirty="0"/>
              <a:t> — Python 3 Official Documentation</a:t>
            </a:r>
            <a:br>
              <a:rPr lang="en-IN" dirty="0"/>
            </a:br>
            <a:r>
              <a:rPr lang="en-IN" dirty="0" smtClean="0"/>
              <a:t>	🔗 </a:t>
            </a:r>
            <a:r>
              <a:rPr lang="en-IN" u="sng" dirty="0">
                <a:hlinkClick r:id="rId3"/>
              </a:rPr>
              <a:t>https://docs.python.org/3/</a:t>
            </a:r>
            <a:endParaRPr lang="en-IN" sz="2400" dirty="0"/>
          </a:p>
          <a:p>
            <a:pPr marL="0" lvl="0" indent="0">
              <a:buNone/>
            </a:pPr>
            <a:r>
              <a:rPr lang="en-IN" b="1" dirty="0"/>
              <a:t>Real Python</a:t>
            </a:r>
            <a:r>
              <a:rPr lang="en-IN" dirty="0"/>
              <a:t> — Python BFS and Queue Implementations</a:t>
            </a:r>
            <a:br>
              <a:rPr lang="en-IN" dirty="0"/>
            </a:br>
            <a:r>
              <a:rPr lang="en-IN" dirty="0" smtClean="0"/>
              <a:t>	🔗 </a:t>
            </a:r>
            <a:r>
              <a:rPr lang="en-IN" u="sng" dirty="0">
                <a:hlinkClick r:id="rId4"/>
              </a:rPr>
              <a:t>https://realpython.com/</a:t>
            </a:r>
            <a:endParaRPr lang="en-IN" sz="2400" dirty="0"/>
          </a:p>
          <a:p>
            <a:pPr marL="0" lvl="0" indent="0">
              <a:buNone/>
            </a:pPr>
            <a:r>
              <a:rPr lang="en-IN" b="1" dirty="0" err="1"/>
              <a:t>TutorialsPoint</a:t>
            </a:r>
            <a:r>
              <a:rPr lang="en-IN" dirty="0"/>
              <a:t> — Python Functions and Control Structures</a:t>
            </a:r>
            <a:br>
              <a:rPr lang="en-IN" dirty="0"/>
            </a:br>
            <a:r>
              <a:rPr lang="en-IN" dirty="0" smtClean="0"/>
              <a:t>	🔗 </a:t>
            </a:r>
            <a:r>
              <a:rPr lang="en-IN" u="sng" dirty="0">
                <a:hlinkClick r:id="rId5"/>
              </a:rPr>
              <a:t>https://www.tutorialspoint.com/python/</a:t>
            </a:r>
            <a:endParaRPr lang="en-IN" sz="2400" dirty="0"/>
          </a:p>
          <a:p>
            <a:pPr marL="0" lvl="0" indent="0">
              <a:buNone/>
            </a:pPr>
            <a:r>
              <a:rPr lang="en-IN" b="1" dirty="0"/>
              <a:t>Medium (Towards Data Science)</a:t>
            </a:r>
            <a:r>
              <a:rPr lang="en-IN" dirty="0"/>
              <a:t> — Understanding Breadth-First Search in Graph Theory</a:t>
            </a:r>
            <a:br>
              <a:rPr lang="en-IN" dirty="0"/>
            </a:br>
            <a:r>
              <a:rPr lang="en-IN" dirty="0" smtClean="0"/>
              <a:t>	🔗 </a:t>
            </a:r>
            <a:r>
              <a:rPr lang="en-IN" u="sng" dirty="0">
                <a:hlinkClick r:id="rId6"/>
              </a:rPr>
              <a:t>https://towardsdatascience.com</a:t>
            </a:r>
            <a:r>
              <a:rPr lang="en-IN" u="sng" dirty="0" smtClean="0">
                <a:hlinkClick r:id="rId6"/>
              </a:rPr>
              <a:t>/</a:t>
            </a:r>
            <a:r>
              <a:rPr lang="en-IN" dirty="0"/>
              <a:t> </a:t>
            </a:r>
            <a:endParaRPr lang="en-IN" sz="2400" dirty="0"/>
          </a:p>
          <a:p>
            <a:pPr lvl="3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18721BC-42E2-4822-3086-5AF81F1A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05-Nov-25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60D8BC28-15FA-0C88-32FB-88458DEBB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60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366</Words>
  <Application>Microsoft Office PowerPoint</Application>
  <PresentationFormat>Widescreen</PresentationFormat>
  <Paragraphs>83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Wingdings</vt:lpstr>
      <vt:lpstr>Office Theme</vt:lpstr>
      <vt:lpstr>DEPARTMENT OF ARITIFICIAL INTELLIGENCE AND DATA SCIENCE ACADEMIC YEAR 2025 - 2026 SEMESTER III ARTIFICIAL INTELLIGENCE LABORATORY  MINI PROJECT REVIEW  Parking Slot Finder Application Using BFS Algorithm</vt:lpstr>
      <vt:lpstr>PROBLEM STATEMENT</vt:lpstr>
      <vt:lpstr>THEORETICAL BACKGROUND</vt:lpstr>
      <vt:lpstr>THEORETICAL BACKGROUND</vt:lpstr>
      <vt:lpstr>IMPLEMENTATION AND CODE</vt:lpstr>
      <vt:lpstr>OUTPUT AND RESULTS</vt:lpstr>
      <vt:lpstr>OUTPUT AND RESULTS</vt:lpstr>
      <vt:lpstr>REFERENCES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DEPARTMENT OF CSE (ARTIFICIAL INTELLIGENCE AND MACHINE LEARNING) ACADEMIC YEAR 2025 - 2026 SEMESTER III ARTIFICIAL INTELLIGENCE LABORATORY  MINI PROJECT REVIEW  Parking Slot Finder Application Using BFS Algorithm</dc:title>
  <dc:creator>SANKAR GANESH K</dc:creator>
  <cp:lastModifiedBy>Admin</cp:lastModifiedBy>
  <cp:revision>10</cp:revision>
  <dcterms:created xsi:type="dcterms:W3CDTF">2025-10-18T08:57:34Z</dcterms:created>
  <dcterms:modified xsi:type="dcterms:W3CDTF">2025-11-05T05:47:16Z</dcterms:modified>
</cp:coreProperties>
</file>